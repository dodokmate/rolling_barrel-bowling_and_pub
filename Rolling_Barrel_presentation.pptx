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F500BD-CC6B-306D-89D2-AAF0AD863441}" v="536" dt="2026-05-04T09:05:25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 descr="Neon Images | Free Photos, PNG Stickers, Wallpapers ...">
            <a:extLst>
              <a:ext uri="{FF2B5EF4-FFF2-40B4-BE49-F238E27FC236}">
                <a16:creationId xmlns:a16="http://schemas.microsoft.com/office/drawing/2014/main" id="{7C1800B6-981F-1988-EE2C-408CC7987A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057" b="867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Rolling Barrel – Bowling &amp; Pub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Dodok Máté - Galszter Márk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Kép 3" descr="Neon Images | Free Photos, PNG Stickers, Wallpapers ...">
            <a:extLst>
              <a:ext uri="{FF2B5EF4-FFF2-40B4-BE49-F238E27FC236}">
                <a16:creationId xmlns:a16="http://schemas.microsoft.com/office/drawing/2014/main" id="{932FE18E-999D-1A1F-C09B-4F10B6E5A3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057" b="867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59508C4-581B-A239-CED6-34CE773BD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369" y="636400"/>
            <a:ext cx="5083375" cy="722120"/>
          </a:xfrm>
        </p:spPr>
        <p:txBody>
          <a:bodyPr anchor="t"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Tartalom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E0A9D4-9A4E-1228-9E97-DB32B7673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514" y="2404811"/>
            <a:ext cx="5170861" cy="40720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>
                <a:solidFill>
                  <a:srgbClr val="FFFFFF"/>
                </a:solidFill>
              </a:rPr>
              <a:t>Miért ez a téma?</a:t>
            </a:r>
          </a:p>
          <a:p>
            <a:r>
              <a:rPr lang="hu-HU" sz="2400">
                <a:solidFill>
                  <a:srgbClr val="FFFFFF"/>
                </a:solidFill>
              </a:rPr>
              <a:t>Rendszer felépítése</a:t>
            </a:r>
          </a:p>
          <a:p>
            <a:r>
              <a:rPr lang="hu-HU" sz="2400">
                <a:solidFill>
                  <a:srgbClr val="FFFFFF"/>
                </a:solidFill>
              </a:rPr>
              <a:t>Céljaink és motivációnk</a:t>
            </a:r>
          </a:p>
          <a:p>
            <a:r>
              <a:rPr lang="hu-HU" sz="2400">
                <a:solidFill>
                  <a:srgbClr val="FFFFFF"/>
                </a:solidFill>
              </a:rPr>
              <a:t>Irodalomkutatás</a:t>
            </a:r>
          </a:p>
        </p:txBody>
      </p:sp>
    </p:spTree>
    <p:extLst>
      <p:ext uri="{BB962C8B-B14F-4D97-AF65-F5344CB8AC3E}">
        <p14:creationId xmlns:p14="http://schemas.microsoft.com/office/powerpoint/2010/main" val="2871233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Kép 6" descr="Neon Images | Free Photos, PNG Stickers, Wallpapers ...">
            <a:extLst>
              <a:ext uri="{FF2B5EF4-FFF2-40B4-BE49-F238E27FC236}">
                <a16:creationId xmlns:a16="http://schemas.microsoft.com/office/drawing/2014/main" id="{43173D37-B312-2CD4-D35E-71FF28010F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057" b="867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CE2618C-C63D-79BA-370F-02FAF4209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633" y="693909"/>
            <a:ext cx="9871034" cy="1455366"/>
          </a:xfrm>
        </p:spPr>
        <p:txBody>
          <a:bodyPr anchor="t"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Bemutatás - Rendszer felépítése és Irodalomkutatás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2B7F205-CD9D-D752-9479-873955253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042" y="2965528"/>
            <a:ext cx="5170861" cy="40720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>
                <a:solidFill>
                  <a:srgbClr val="FFFFFF"/>
                </a:solidFill>
              </a:rPr>
              <a:t>Frontend – HTML, CSS, JavaScript, Bootstrap</a:t>
            </a:r>
          </a:p>
          <a:p>
            <a:r>
              <a:rPr lang="hu-HU" sz="2400">
                <a:solidFill>
                  <a:srgbClr val="FFFFFF"/>
                </a:solidFill>
              </a:rPr>
              <a:t>Backend – Node.js + Express</a:t>
            </a:r>
          </a:p>
          <a:p>
            <a:r>
              <a:rPr lang="hu-HU" sz="2400">
                <a:solidFill>
                  <a:srgbClr val="FFFFFF"/>
                </a:solidFill>
              </a:rPr>
              <a:t>Adatbázis - MySQL</a:t>
            </a:r>
          </a:p>
          <a:p>
            <a:r>
              <a:rPr lang="hu-HU" sz="2400">
                <a:solidFill>
                  <a:srgbClr val="FFFFFF"/>
                </a:solidFill>
              </a:rPr>
              <a:t>Miért ezeket választottuk?</a:t>
            </a:r>
          </a:p>
        </p:txBody>
      </p:sp>
    </p:spTree>
    <p:extLst>
      <p:ext uri="{BB962C8B-B14F-4D97-AF65-F5344CB8AC3E}">
        <p14:creationId xmlns:p14="http://schemas.microsoft.com/office/powerpoint/2010/main" val="3649679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Kép 3" descr="Neon Images | Free Photos, PNG Stickers, Wallpapers ...">
            <a:extLst>
              <a:ext uri="{FF2B5EF4-FFF2-40B4-BE49-F238E27FC236}">
                <a16:creationId xmlns:a16="http://schemas.microsoft.com/office/drawing/2014/main" id="{6B0F7F2F-B2A0-0AEE-9051-1D8592E28D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057" b="867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88F59249-AD56-5DC9-BD2B-A32F86B8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897" y="866437"/>
            <a:ext cx="7714430" cy="1340347"/>
          </a:xfrm>
        </p:spPr>
        <p:txBody>
          <a:bodyPr anchor="t"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Bemutatás - Motivációk és célok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DB8A76E-1330-8243-5738-EAC985979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307" y="2505454"/>
            <a:ext cx="5170861" cy="28643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z="2400">
                <a:solidFill>
                  <a:srgbClr val="FFFFFF"/>
                </a:solidFill>
              </a:rPr>
              <a:t>Gyakorlati tudás bővítése</a:t>
            </a:r>
          </a:p>
          <a:p>
            <a:r>
              <a:rPr lang="hu-HU" sz="2400">
                <a:solidFill>
                  <a:srgbClr val="FFFFFF"/>
                </a:solidFill>
                <a:ea typeface="+mn-lt"/>
                <a:cs typeface="+mn-lt"/>
              </a:rPr>
              <a:t>Modern technológiák alkalmazása</a:t>
            </a:r>
          </a:p>
          <a:p>
            <a:r>
              <a:rPr lang="hu-HU" sz="2400">
                <a:solidFill>
                  <a:srgbClr val="FFFFFF"/>
                </a:solidFill>
                <a:ea typeface="+mn-lt"/>
                <a:cs typeface="+mn-lt"/>
              </a:rPr>
              <a:t>Felhasználóbarát rendszer fejlesztése</a:t>
            </a:r>
          </a:p>
          <a:p>
            <a:r>
              <a:rPr lang="hu-HU" sz="2400">
                <a:solidFill>
                  <a:srgbClr val="FFFFFF"/>
                </a:solidFill>
                <a:ea typeface="+mn-lt"/>
                <a:cs typeface="+mn-lt"/>
              </a:rPr>
              <a:t>Stabil backend kialakítása</a:t>
            </a:r>
          </a:p>
          <a:p>
            <a:r>
              <a:rPr lang="hu-HU" sz="2400">
                <a:solidFill>
                  <a:srgbClr val="FFFFFF"/>
                </a:solidFill>
                <a:ea typeface="+mn-lt"/>
                <a:cs typeface="+mn-lt"/>
              </a:rPr>
              <a:t>Adatkezelés optimalizálása</a:t>
            </a:r>
            <a:endParaRPr lang="hu-HU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45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Kép 3" descr="Neon Images | Free Photos, PNG Stickers, Wallpapers ...">
            <a:extLst>
              <a:ext uri="{FF2B5EF4-FFF2-40B4-BE49-F238E27FC236}">
                <a16:creationId xmlns:a16="http://schemas.microsoft.com/office/drawing/2014/main" id="{34CBE46C-54EA-102D-6142-24FF668DDE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057" b="867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4E74092-6E5E-348D-0221-510E1F84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633" y="693909"/>
            <a:ext cx="9727261" cy="1196575"/>
          </a:xfrm>
        </p:spPr>
        <p:txBody>
          <a:bodyPr anchor="t"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Csoportmunka – Dodok Máté &amp; Galszter Márk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1FA726D-AD3B-DBB9-7A2E-A291C8C18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042" y="2462321"/>
            <a:ext cx="5170861" cy="28643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z="2400">
                <a:solidFill>
                  <a:srgbClr val="FFFFFF"/>
                </a:solidFill>
              </a:rPr>
              <a:t>Frontend – HTML, CSS(+ Bootstrap), JS</a:t>
            </a:r>
          </a:p>
          <a:p>
            <a:r>
              <a:rPr lang="hu-HU" sz="2400">
                <a:solidFill>
                  <a:srgbClr val="FFFFFF"/>
                </a:solidFill>
              </a:rPr>
              <a:t>Backend – Frontend és adatbázis összekötése</a:t>
            </a:r>
          </a:p>
          <a:p>
            <a:r>
              <a:rPr lang="hu-HU" sz="2400">
                <a:solidFill>
                  <a:srgbClr val="FFFFFF"/>
                </a:solidFill>
              </a:rPr>
              <a:t>MySQL - Adatbázis tervezése és létrehozása</a:t>
            </a:r>
          </a:p>
          <a:p>
            <a:r>
              <a:rPr lang="hu-HU" sz="2400">
                <a:solidFill>
                  <a:srgbClr val="FFFFFF"/>
                </a:solidFill>
              </a:rPr>
              <a:t>Dokumentáció - Közös munka</a:t>
            </a:r>
          </a:p>
        </p:txBody>
      </p:sp>
    </p:spTree>
    <p:extLst>
      <p:ext uri="{BB962C8B-B14F-4D97-AF65-F5344CB8AC3E}">
        <p14:creationId xmlns:p14="http://schemas.microsoft.com/office/powerpoint/2010/main" val="3493900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ép 5" descr="Neon Images | Free Photos, PNG Stickers, Wallpapers ...">
            <a:extLst>
              <a:ext uri="{FF2B5EF4-FFF2-40B4-BE49-F238E27FC236}">
                <a16:creationId xmlns:a16="http://schemas.microsoft.com/office/drawing/2014/main" id="{BF6FC4AC-7A5B-7E93-AAD3-A2C469E098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57" b="8673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4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0E954A3-0F23-3FCD-8FAF-36943C70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 err="1">
                <a:solidFill>
                  <a:srgbClr val="FFFFFF"/>
                </a:solidFill>
              </a:rPr>
              <a:t>Köszönjük</a:t>
            </a:r>
            <a:r>
              <a:rPr lang="en-US" sz="5200" dirty="0">
                <a:solidFill>
                  <a:srgbClr val="FFFFFF"/>
                </a:solidFill>
              </a:rPr>
              <a:t> a </a:t>
            </a:r>
            <a:r>
              <a:rPr lang="en-US" sz="5200" dirty="0" err="1">
                <a:solidFill>
                  <a:srgbClr val="FFFFFF"/>
                </a:solidFill>
              </a:rPr>
              <a:t>figyelmüket</a:t>
            </a:r>
            <a:r>
              <a:rPr lang="en-US" sz="5200" dirty="0">
                <a:solidFill>
                  <a:srgbClr val="FFFFFF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85981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6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7" baseType="lpstr">
      <vt:lpstr>Office-téma</vt:lpstr>
      <vt:lpstr>Rolling Barrel – Bowling &amp; Pub</vt:lpstr>
      <vt:lpstr>Tartalom</vt:lpstr>
      <vt:lpstr>Bemutatás - Rendszer felépítése és Irodalomkutatás</vt:lpstr>
      <vt:lpstr>Bemutatás - Motivációk és célok</vt:lpstr>
      <vt:lpstr>Csoportmunka – Dodok Máté &amp; Galszter Márk</vt:lpstr>
      <vt:lpstr>Köszönjük a figyelmüket!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202</cp:revision>
  <dcterms:created xsi:type="dcterms:W3CDTF">2012-08-15T22:11:07Z</dcterms:created>
  <dcterms:modified xsi:type="dcterms:W3CDTF">2026-05-04T09:06:00Z</dcterms:modified>
</cp:coreProperties>
</file>